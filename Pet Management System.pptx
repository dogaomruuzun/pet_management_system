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3"/>
  </p:notesMasterIdLst>
  <p:sldIdLst>
    <p:sldId id="256" r:id="rId2"/>
    <p:sldId id="266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</p:sldIdLst>
  <p:sldSz cx="12192000" cy="6858000"/>
  <p:notesSz cx="6858000" cy="9144000"/>
  <p:embeddedFontLst>
    <p:embeddedFont>
      <p:font typeface="Inter" panose="020B0604020202020204" charset="0"/>
      <p:regular r:id="rId14"/>
      <p:bold r:id="rId15"/>
      <p:italic r:id="rId16"/>
      <p:boldItalic r:id="rId17"/>
    </p:embeddedFont>
    <p:embeddedFont>
      <p:font typeface="Inter SemiBold" panose="020B0604020202020204" charset="0"/>
      <p:regular r:id="rId18"/>
      <p:bold r:id="rId19"/>
      <p:italic r:id="rId20"/>
      <p:boldItalic r:id="rId21"/>
    </p:embeddedFont>
    <p:embeddedFont>
      <p:font typeface="Roboto" pitchFamily="2" charset="0"/>
      <p:regular r:id="rId22"/>
      <p:bold r:id="rId23"/>
      <p:italic r:id="rId24"/>
      <p:boldItalic r:id="rId25"/>
    </p:embeddedFont>
    <p:embeddedFont>
      <p:font typeface="Roboto SemiBold" panose="020B0604020202020204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font" Target="fonts/font1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font" Target="fonts/font15.fntdata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font" Target="fonts/font14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76700" y="3955553"/>
            <a:ext cx="5238750" cy="1343025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3345663" y="1416321"/>
            <a:ext cx="5500800" cy="155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Pet Management System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3476625" y="3043237"/>
            <a:ext cx="5238900" cy="72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64748B"/>
                </a:solidFill>
                <a:latin typeface="Roboto"/>
                <a:ea typeface="Roboto"/>
                <a:cs typeface="Roboto"/>
                <a:sym typeface="Roboto"/>
              </a:rPr>
              <a:t>A web-based veterinary clinic manager with AI symptom assistance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3476700" y="4226253"/>
            <a:ext cx="52389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Roboto SemiBold"/>
                <a:ea typeface="Roboto SemiBold"/>
                <a:cs typeface="Roboto SemiBold"/>
                <a:sym typeface="Roboto SemiBold"/>
              </a:rPr>
              <a:t>Presenters: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Melis Gedik - Doğa Ömrüuzun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3476625" y="4573116"/>
            <a:ext cx="52389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Roboto SemiBold"/>
                <a:ea typeface="Roboto SemiBold"/>
                <a:cs typeface="Roboto SemiBold"/>
                <a:sym typeface="Roboto SemiBold"/>
              </a:rPr>
              <a:t>Course / Instructor: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Yüksel Arslan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3476775" y="4919978"/>
            <a:ext cx="52389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334155"/>
                </a:solidFill>
                <a:latin typeface="Roboto SemiBold"/>
                <a:ea typeface="Roboto SemiBold"/>
                <a:cs typeface="Roboto SemiBold"/>
                <a:sym typeface="Roboto SemiBold"/>
              </a:rPr>
              <a:t>Date: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dirty="0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31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.12.2025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3"/>
          <p:cNvSpPr txBox="1"/>
          <p:nvPr/>
        </p:nvSpPr>
        <p:spPr>
          <a:xfrm>
            <a:off x="2524125" y="2705100"/>
            <a:ext cx="78581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Frontend Core: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HTML5, CSS3, JavaScript (ES6+).</a:t>
            </a:r>
            <a:endParaRPr/>
          </a:p>
        </p:txBody>
      </p:sp>
      <p:sp>
        <p:nvSpPr>
          <p:cNvPr id="227" name="Google Shape;227;p23"/>
          <p:cNvSpPr txBox="1"/>
          <p:nvPr/>
        </p:nvSpPr>
        <p:spPr>
          <a:xfrm>
            <a:off x="2524125" y="3200400"/>
            <a:ext cx="78581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Visualization: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Chart.js used for dashboard metrics and weight tracking.</a:t>
            </a:r>
            <a:endParaRPr/>
          </a:p>
        </p:txBody>
      </p:sp>
      <p:sp>
        <p:nvSpPr>
          <p:cNvPr id="228" name="Google Shape;228;p23"/>
          <p:cNvSpPr txBox="1"/>
          <p:nvPr/>
        </p:nvSpPr>
        <p:spPr>
          <a:xfrm>
            <a:off x="2524125" y="3695700"/>
            <a:ext cx="78581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Backend Logic: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Python 3.x with Flask microframework.</a:t>
            </a:r>
            <a:endParaRPr/>
          </a:p>
        </p:txBody>
      </p:sp>
      <p:sp>
        <p:nvSpPr>
          <p:cNvPr id="229" name="Google Shape;229;p23"/>
          <p:cNvSpPr txBox="1"/>
          <p:nvPr/>
        </p:nvSpPr>
        <p:spPr>
          <a:xfrm>
            <a:off x="2524125" y="4191000"/>
            <a:ext cx="78581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AI Models: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Integrated Python model files for symptom analysis.</a:t>
            </a:r>
            <a:endParaRPr/>
          </a:p>
        </p:txBody>
      </p:sp>
      <p:sp>
        <p:nvSpPr>
          <p:cNvPr id="230" name="Google Shape;230;p23"/>
          <p:cNvSpPr txBox="1"/>
          <p:nvPr/>
        </p:nvSpPr>
        <p:spPr>
          <a:xfrm>
            <a:off x="2524125" y="4686300"/>
            <a:ext cx="78581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DevOps: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Version control via Git and repository hosting on GitHub.</a:t>
            </a:r>
            <a:endParaRPr/>
          </a:p>
        </p:txBody>
      </p:sp>
      <p:pic>
        <p:nvPicPr>
          <p:cNvPr id="231" name="Google Shape;231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2757487"/>
            <a:ext cx="1428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809750" y="325278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809750" y="3748087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809750" y="4243387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23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809750" y="4738687"/>
            <a:ext cx="17145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3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1E3A8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Tech Stack &amp; Libraries</a:t>
            </a:r>
            <a:endParaRPr/>
          </a:p>
        </p:txBody>
      </p:sp>
      <p:sp>
        <p:nvSpPr>
          <p:cNvPr id="237" name="Google Shape;237;p23"/>
          <p:cNvSpPr/>
          <p:nvPr/>
        </p:nvSpPr>
        <p:spPr>
          <a:xfrm>
            <a:off x="571500" y="120015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/>
          <p:nvPr/>
        </p:nvSpPr>
        <p:spPr>
          <a:xfrm>
            <a:off x="1285875" y="2590800"/>
            <a:ext cx="45243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Centralized Records: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Consolidate medical history, vaccinations, weights, and appointments into a single interface.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1285875" y="3695700"/>
            <a:ext cx="4524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Efficiency: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Reduce manual tracking and provide quick clinical overviews at a glance.</a:t>
            </a:r>
            <a:endParaRPr dirty="0"/>
          </a:p>
        </p:txBody>
      </p:sp>
      <p:sp>
        <p:nvSpPr>
          <p:cNvPr id="98" name="Google Shape;98;p14"/>
          <p:cNvSpPr txBox="1"/>
          <p:nvPr/>
        </p:nvSpPr>
        <p:spPr>
          <a:xfrm>
            <a:off x="1285875" y="4495800"/>
            <a:ext cx="4524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AI Guidance: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Provide AI-assisted symptom guidance for educational purposes (not diagnostic).</a:t>
            </a:r>
            <a:endParaRPr/>
          </a:p>
        </p:txBody>
      </p:sp>
      <p:pic>
        <p:nvPicPr>
          <p:cNvPr id="99" name="Google Shape;99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643187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74808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548187"/>
            <a:ext cx="2381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1E3A8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Project Purpose</a:t>
            </a:r>
            <a:endParaRPr/>
          </a:p>
        </p:txBody>
      </p:sp>
      <p:sp>
        <p:nvSpPr>
          <p:cNvPr id="103" name="Google Shape;103;p14"/>
          <p:cNvSpPr/>
          <p:nvPr/>
        </p:nvSpPr>
        <p:spPr>
          <a:xfrm>
            <a:off x="571500" y="120015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4" name="Google Shape;104;p14"/>
          <p:cNvPicPr preferRelativeResize="0"/>
          <p:nvPr/>
        </p:nvPicPr>
        <p:blipFill rotWithShape="1">
          <a:blip r:embed="rId7">
            <a:alphaModFix/>
          </a:blip>
          <a:srcRect l="643" t="1194" r="41348" b="1680"/>
          <a:stretch/>
        </p:blipFill>
        <p:spPr>
          <a:xfrm>
            <a:off x="6375975" y="1793013"/>
            <a:ext cx="4687848" cy="4414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6"/>
          <p:cNvSpPr txBox="1"/>
          <p:nvPr/>
        </p:nvSpPr>
        <p:spPr>
          <a:xfrm>
            <a:off x="1285875" y="2590800"/>
            <a:ext cx="4524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Architecture: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Single-page web app (SPA) feel with persistent sidebar navigation.</a:t>
            </a:r>
            <a:endParaRPr/>
          </a:p>
        </p:txBody>
      </p:sp>
      <p:sp>
        <p:nvSpPr>
          <p:cNvPr id="128" name="Google Shape;128;p16"/>
          <p:cNvSpPr txBox="1"/>
          <p:nvPr/>
        </p:nvSpPr>
        <p:spPr>
          <a:xfrm>
            <a:off x="1285875" y="3390900"/>
            <a:ext cx="45243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Key Sections: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Dashboard, Pets, Medical History, Vaccinations, Weight, Appointments, Owner Info, AI Assistant.</a:t>
            </a:r>
            <a:endParaRPr dirty="0"/>
          </a:p>
        </p:txBody>
      </p:sp>
      <p:sp>
        <p:nvSpPr>
          <p:cNvPr id="129" name="Google Shape;129;p16"/>
          <p:cNvSpPr txBox="1"/>
          <p:nvPr/>
        </p:nvSpPr>
        <p:spPr>
          <a:xfrm>
            <a:off x="1285875" y="4495800"/>
            <a:ext cx="4524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UX Focus: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Optimized for fast data entry, quick search capability, and a clean card-based layout.</a:t>
            </a:r>
            <a:endParaRPr/>
          </a:p>
        </p:txBody>
      </p:sp>
      <p:pic>
        <p:nvPicPr>
          <p:cNvPr id="130" name="Google Shape;130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64318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443287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548187"/>
            <a:ext cx="17145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1E3A8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System Overview</a:t>
            </a:r>
            <a:endParaRPr/>
          </a:p>
        </p:txBody>
      </p:sp>
      <p:sp>
        <p:nvSpPr>
          <p:cNvPr id="134" name="Google Shape;134;p16"/>
          <p:cNvSpPr/>
          <p:nvPr/>
        </p:nvSpPr>
        <p:spPr>
          <a:xfrm>
            <a:off x="571500" y="120015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5" name="Google Shape;135;p1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195688" y="1838087"/>
            <a:ext cx="5610874" cy="4210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800225"/>
            <a:ext cx="5238750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7"/>
          <p:cNvSpPr txBox="1"/>
          <p:nvPr/>
        </p:nvSpPr>
        <p:spPr>
          <a:xfrm>
            <a:off x="1285875" y="2743200"/>
            <a:ext cx="4524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Summary Cards: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Instantly view total pets, upcoming appointments, and vaccines due.</a:t>
            </a: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1285875" y="3543300"/>
            <a:ext cx="4524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Data Visualization: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Pet Type Distribution chart visualizes species breakdown.</a:t>
            </a: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1285875" y="4343400"/>
            <a:ext cx="4524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Prioritization: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Helps veterinary staff prioritize daily workload efficiently.</a:t>
            </a:r>
            <a:endParaRPr/>
          </a:p>
        </p:txBody>
      </p:sp>
      <p:pic>
        <p:nvPicPr>
          <p:cNvPr id="145" name="Google Shape;145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279558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595687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4395787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7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1E3A8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Dashboard &amp; Analytics</a:t>
            </a:r>
            <a:endParaRPr/>
          </a:p>
        </p:txBody>
      </p:sp>
      <p:sp>
        <p:nvSpPr>
          <p:cNvPr id="149" name="Google Shape;149;p17"/>
          <p:cNvSpPr/>
          <p:nvPr/>
        </p:nvSpPr>
        <p:spPr>
          <a:xfrm>
            <a:off x="571500" y="120015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0" name="Google Shape;150;p17"/>
          <p:cNvPicPr preferRelativeResize="0"/>
          <p:nvPr/>
        </p:nvPicPr>
        <p:blipFill rotWithShape="1">
          <a:blip r:embed="rId8">
            <a:alphaModFix/>
          </a:blip>
          <a:srcRect l="1147" t="11397" r="774" b="1992"/>
          <a:stretch/>
        </p:blipFill>
        <p:spPr>
          <a:xfrm>
            <a:off x="6036485" y="1800225"/>
            <a:ext cx="5768741" cy="4286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8"/>
          <p:cNvSpPr txBox="1"/>
          <p:nvPr/>
        </p:nvSpPr>
        <p:spPr>
          <a:xfrm>
            <a:off x="1285875" y="2743200"/>
            <a:ext cx="4524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Pet Management: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Add, edit, or delete pets including name, age, type, owner, and photo.</a:t>
            </a:r>
            <a:endParaRPr/>
          </a:p>
        </p:txBody>
      </p:sp>
      <p:sp>
        <p:nvSpPr>
          <p:cNvPr id="157" name="Google Shape;157;p18"/>
          <p:cNvSpPr txBox="1"/>
          <p:nvPr/>
        </p:nvSpPr>
        <p:spPr>
          <a:xfrm>
            <a:off x="1285875" y="3543300"/>
            <a:ext cx="4524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Owner Registry: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Maintains ID, name, phone, address, and email for all clients.</a:t>
            </a:r>
            <a:endParaRPr/>
          </a:p>
        </p:txBody>
      </p:sp>
      <p:sp>
        <p:nvSpPr>
          <p:cNvPr id="158" name="Google Shape;158;p18"/>
          <p:cNvSpPr txBox="1"/>
          <p:nvPr/>
        </p:nvSpPr>
        <p:spPr>
          <a:xfrm>
            <a:off x="1285875" y="4343400"/>
            <a:ext cx="4524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Quick Association: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Rapid owner search functionality to link pets during intake.</a:t>
            </a:r>
            <a:endParaRPr/>
          </a:p>
        </p:txBody>
      </p:sp>
      <p:pic>
        <p:nvPicPr>
          <p:cNvPr id="159" name="Google Shape;159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79558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595687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395787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8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1E3A8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Pet &amp; Owner Management</a:t>
            </a:r>
            <a:endParaRPr/>
          </a:p>
        </p:txBody>
      </p:sp>
      <p:sp>
        <p:nvSpPr>
          <p:cNvPr id="163" name="Google Shape;163;p18"/>
          <p:cNvSpPr/>
          <p:nvPr/>
        </p:nvSpPr>
        <p:spPr>
          <a:xfrm>
            <a:off x="571500" y="120015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4" name="Google Shape;164;p1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147200" y="1958875"/>
            <a:ext cx="5473300" cy="3968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19"/>
          <p:cNvSpPr txBox="1"/>
          <p:nvPr/>
        </p:nvSpPr>
        <p:spPr>
          <a:xfrm>
            <a:off x="1285875" y="2743200"/>
            <a:ext cx="4524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Visit Details: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Comprehensive logging of visit dates, diagnoses, treatments, and clinical notes.</a:t>
            </a:r>
            <a:endParaRPr/>
          </a:p>
        </p:txBody>
      </p:sp>
      <p:sp>
        <p:nvSpPr>
          <p:cNvPr id="171" name="Google Shape;171;p19"/>
          <p:cNvSpPr txBox="1"/>
          <p:nvPr/>
        </p:nvSpPr>
        <p:spPr>
          <a:xfrm>
            <a:off x="1285875" y="3543300"/>
            <a:ext cx="4524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Attachments: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Support for attaching files or imaging results to records.</a:t>
            </a:r>
            <a:endParaRPr/>
          </a:p>
        </p:txBody>
      </p:sp>
      <p:sp>
        <p:nvSpPr>
          <p:cNvPr id="172" name="Google Shape;172;p19"/>
          <p:cNvSpPr txBox="1"/>
          <p:nvPr/>
        </p:nvSpPr>
        <p:spPr>
          <a:xfrm>
            <a:off x="1285875" y="4343400"/>
            <a:ext cx="4524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History: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Fully searchable medical history per pet with edit/delete capabilities.</a:t>
            </a:r>
            <a:endParaRPr/>
          </a:p>
        </p:txBody>
      </p:sp>
      <p:pic>
        <p:nvPicPr>
          <p:cNvPr id="173" name="Google Shape;173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795587"/>
            <a:ext cx="1428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595687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395787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9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1E3A8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Medical Records</a:t>
            </a:r>
            <a:endParaRPr/>
          </a:p>
        </p:txBody>
      </p:sp>
      <p:sp>
        <p:nvSpPr>
          <p:cNvPr id="177" name="Google Shape;177;p19"/>
          <p:cNvSpPr/>
          <p:nvPr/>
        </p:nvSpPr>
        <p:spPr>
          <a:xfrm>
            <a:off x="571500" y="120015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" name="Google Shape;178;p1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200300" y="1873613"/>
            <a:ext cx="5420199" cy="413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0"/>
          <p:cNvSpPr txBox="1"/>
          <p:nvPr/>
        </p:nvSpPr>
        <p:spPr>
          <a:xfrm>
            <a:off x="1285875" y="2743200"/>
            <a:ext cx="4524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Vaccines: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Track administration dates and next due dates with automated dashboard reminders.</a:t>
            </a:r>
            <a:endParaRPr/>
          </a:p>
        </p:txBody>
      </p:sp>
      <p:sp>
        <p:nvSpPr>
          <p:cNvPr id="185" name="Google Shape;185;p20"/>
          <p:cNvSpPr txBox="1"/>
          <p:nvPr/>
        </p:nvSpPr>
        <p:spPr>
          <a:xfrm>
            <a:off x="1285875" y="3543300"/>
            <a:ext cx="4524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Weight Tracking: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Visual line charts track pet weight trends over time.</a:t>
            </a:r>
            <a:endParaRPr/>
          </a:p>
        </p:txBody>
      </p:sp>
      <p:sp>
        <p:nvSpPr>
          <p:cNvPr id="186" name="Google Shape;186;p20"/>
          <p:cNvSpPr txBox="1"/>
          <p:nvPr/>
        </p:nvSpPr>
        <p:spPr>
          <a:xfrm>
            <a:off x="1285875" y="4343400"/>
            <a:ext cx="4524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Scheduling: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Manage appointments with date, time, reason, and assigned vet.</a:t>
            </a:r>
            <a:endParaRPr/>
          </a:p>
        </p:txBody>
      </p:sp>
      <p:pic>
        <p:nvPicPr>
          <p:cNvPr id="187" name="Google Shape;187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79558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595687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395787"/>
            <a:ext cx="17145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0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1E3A8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Vaccines, Weight, &amp; Appointments</a:t>
            </a:r>
            <a:endParaRPr/>
          </a:p>
        </p:txBody>
      </p:sp>
      <p:sp>
        <p:nvSpPr>
          <p:cNvPr id="191" name="Google Shape;191;p20"/>
          <p:cNvSpPr/>
          <p:nvPr/>
        </p:nvSpPr>
        <p:spPr>
          <a:xfrm>
            <a:off x="571500" y="120015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2" name="Google Shape;192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186326" y="1904290"/>
            <a:ext cx="5434170" cy="4143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1"/>
          <p:cNvSpPr txBox="1"/>
          <p:nvPr/>
        </p:nvSpPr>
        <p:spPr>
          <a:xfrm>
            <a:off x="1285875" y="2743200"/>
            <a:ext cx="4524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Interaction: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Users input species, age, and observed symptoms.</a:t>
            </a:r>
            <a:endParaRPr/>
          </a:p>
        </p:txBody>
      </p:sp>
      <p:sp>
        <p:nvSpPr>
          <p:cNvPr id="199" name="Google Shape;199;p21"/>
          <p:cNvSpPr txBox="1"/>
          <p:nvPr/>
        </p:nvSpPr>
        <p:spPr>
          <a:xfrm>
            <a:off x="1285875" y="3543300"/>
            <a:ext cx="4524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Processing: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Backend LLM analyzes inputs to suggest likely conditions and care.</a:t>
            </a:r>
            <a:endParaRPr/>
          </a:p>
        </p:txBody>
      </p:sp>
      <p:sp>
        <p:nvSpPr>
          <p:cNvPr id="200" name="Google Shape;200;p21"/>
          <p:cNvSpPr txBox="1"/>
          <p:nvPr/>
        </p:nvSpPr>
        <p:spPr>
          <a:xfrm>
            <a:off x="1285875" y="4343400"/>
            <a:ext cx="4524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Safety: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Identifies red flags and includes strict educational disclaimers.</a:t>
            </a:r>
            <a:endParaRPr/>
          </a:p>
        </p:txBody>
      </p:sp>
      <p:pic>
        <p:nvPicPr>
          <p:cNvPr id="201" name="Google Shape;201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795587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59568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395787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1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1E3A8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AI Symptom Assistant</a:t>
            </a:r>
            <a:endParaRPr/>
          </a:p>
        </p:txBody>
      </p:sp>
      <p:sp>
        <p:nvSpPr>
          <p:cNvPr id="205" name="Google Shape;205;p21"/>
          <p:cNvSpPr/>
          <p:nvPr/>
        </p:nvSpPr>
        <p:spPr>
          <a:xfrm>
            <a:off x="571500" y="120015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6" name="Google Shape;206;p2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024950" y="1943525"/>
            <a:ext cx="5795374" cy="3894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" name="Google Shape;211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2"/>
          <p:cNvSpPr txBox="1"/>
          <p:nvPr/>
        </p:nvSpPr>
        <p:spPr>
          <a:xfrm>
            <a:off x="1285875" y="2743200"/>
            <a:ext cx="4524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REST API: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Flask-based endpoints for pets, owners, medical, vaccines, and appointments.</a:t>
            </a:r>
            <a:endParaRPr/>
          </a:p>
        </p:txBody>
      </p:sp>
      <p:sp>
        <p:nvSpPr>
          <p:cNvPr id="213" name="Google Shape;213;p22"/>
          <p:cNvSpPr txBox="1"/>
          <p:nvPr/>
        </p:nvSpPr>
        <p:spPr>
          <a:xfrm>
            <a:off x="1285875" y="3543300"/>
            <a:ext cx="4524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Persistence: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Server-side data storage using SQLite with JSON backup mechanisms.</a:t>
            </a:r>
            <a:endParaRPr/>
          </a:p>
        </p:txBody>
      </p:sp>
      <p:sp>
        <p:nvSpPr>
          <p:cNvPr id="214" name="Google Shape;214;p22"/>
          <p:cNvSpPr txBox="1"/>
          <p:nvPr/>
        </p:nvSpPr>
        <p:spPr>
          <a:xfrm>
            <a:off x="1285875" y="4343400"/>
            <a:ext cx="4524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Communication: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Frontend interacts asynchronously via standard JS `fetch` calls.</a:t>
            </a:r>
            <a:endParaRPr/>
          </a:p>
        </p:txBody>
      </p:sp>
      <p:pic>
        <p:nvPicPr>
          <p:cNvPr id="215" name="Google Shape;215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79558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595687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395787"/>
            <a:ext cx="2381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22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1E3A8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Backend Architecture</a:t>
            </a:r>
            <a:endParaRPr/>
          </a:p>
        </p:txBody>
      </p:sp>
      <p:sp>
        <p:nvSpPr>
          <p:cNvPr id="219" name="Google Shape;219;p22"/>
          <p:cNvSpPr/>
          <p:nvPr/>
        </p:nvSpPr>
        <p:spPr>
          <a:xfrm>
            <a:off x="571500" y="120015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" name="Google Shape;220;p22"/>
          <p:cNvPicPr preferRelativeResize="0"/>
          <p:nvPr/>
        </p:nvPicPr>
        <p:blipFill rotWithShape="1">
          <a:blip r:embed="rId7">
            <a:alphaModFix/>
          </a:blip>
          <a:srcRect t="15161" b="15858"/>
          <a:stretch/>
        </p:blipFill>
        <p:spPr>
          <a:xfrm>
            <a:off x="5954200" y="2486725"/>
            <a:ext cx="5932750" cy="27282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24"/>
          <p:cNvSpPr txBox="1"/>
          <p:nvPr/>
        </p:nvSpPr>
        <p:spPr>
          <a:xfrm>
            <a:off x="1309713" y="2355300"/>
            <a:ext cx="45243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Repository: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>
                <a:solidFill>
                  <a:srgbClr val="2563EB"/>
                </a:solidFill>
                <a:latin typeface="Roboto"/>
                <a:ea typeface="Roboto"/>
                <a:cs typeface="Roboto"/>
                <a:sym typeface="Roboto"/>
              </a:rPr>
              <a:t>https://github.com/Dogaomruuzun/Pet_Management_System</a:t>
            </a:r>
            <a:endParaRPr/>
          </a:p>
        </p:txBody>
      </p:sp>
      <p:sp>
        <p:nvSpPr>
          <p:cNvPr id="244" name="Google Shape;244;p24"/>
          <p:cNvSpPr txBox="1"/>
          <p:nvPr/>
        </p:nvSpPr>
        <p:spPr>
          <a:xfrm>
            <a:off x="1285875" y="3238500"/>
            <a:ext cx="4524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How to Run: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Start Flask server, then open local frontend URL.</a:t>
            </a:r>
            <a:endParaRPr/>
          </a:p>
        </p:txBody>
      </p:sp>
      <p:sp>
        <p:nvSpPr>
          <p:cNvPr id="245" name="Google Shape;245;p24"/>
          <p:cNvSpPr txBox="1"/>
          <p:nvPr/>
        </p:nvSpPr>
        <p:spPr>
          <a:xfrm>
            <a:off x="1285875" y="4038600"/>
            <a:ext cx="45243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Future Roadmap: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Roboto"/>
                <a:ea typeface="Roboto"/>
                <a:cs typeface="Roboto"/>
                <a:sym typeface="Roboto"/>
              </a:rPr>
              <a:t> Role-based access control, advanced analytics, mobile-first UI overhaul, and push notifications.</a:t>
            </a:r>
            <a:endParaRPr/>
          </a:p>
        </p:txBody>
      </p:sp>
      <p:pic>
        <p:nvPicPr>
          <p:cNvPr id="246" name="Google Shape;246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601650"/>
            <a:ext cx="1809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290887"/>
            <a:ext cx="1428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2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090987"/>
            <a:ext cx="21907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24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>
                <a:solidFill>
                  <a:srgbClr val="1E3A8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GitHub, Demo, &amp; Next Steps</a:t>
            </a:r>
            <a:endParaRPr/>
          </a:p>
        </p:txBody>
      </p:sp>
      <p:sp>
        <p:nvSpPr>
          <p:cNvPr id="250" name="Google Shape;250;p24"/>
          <p:cNvSpPr/>
          <p:nvPr/>
        </p:nvSpPr>
        <p:spPr>
          <a:xfrm>
            <a:off x="571500" y="120015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1" name="Google Shape;251;p2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000275" y="2054375"/>
            <a:ext cx="5851400" cy="3777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525</Words>
  <Application>Microsoft Office PowerPoint</Application>
  <PresentationFormat>Widescreen</PresentationFormat>
  <Paragraphs>47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Inter</vt:lpstr>
      <vt:lpstr>Calibri</vt:lpstr>
      <vt:lpstr>Roboto</vt:lpstr>
      <vt:lpstr>Arial</vt:lpstr>
      <vt:lpstr>Roboto SemiBold</vt:lpstr>
      <vt:lpstr>Inter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Melis Gedik</cp:lastModifiedBy>
  <cp:revision>2</cp:revision>
  <dcterms:modified xsi:type="dcterms:W3CDTF">2025-12-31T07:21:58Z</dcterms:modified>
</cp:coreProperties>
</file>