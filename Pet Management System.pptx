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Roboto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bold.fntdata"/><Relationship Id="rId30" Type="http://schemas.openxmlformats.org/officeDocument/2006/relationships/font" Target="fonts/Roboto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Roboto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7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9.png"/><Relationship Id="rId5" Type="http://schemas.openxmlformats.org/officeDocument/2006/relationships/image" Target="../media/image31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50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700" y="3955553"/>
            <a:ext cx="523875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45663" y="1416321"/>
            <a:ext cx="55008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Pet Management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6625" y="3043237"/>
            <a:ext cx="5238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A web-based veterinary clinic manager with AI symptom assistance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76700" y="4226253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Presenters: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Melis Gedik - Doğa Ömrüuzun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476625" y="4573116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Course / Instructor: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Yüksel Arslan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476775" y="4919978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24.12.2025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85875" y="25908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Centralized Records: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Consolidate medical history, vaccinations, weights, and appointments into a single interface.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85875" y="36957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Efficiency: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Reduce manual tracking and provide quick clinical overviews at a glance.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85875" y="44958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AI Guidance: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Provide AI-assisted symptom guidance for educational purposes (not diagnostic).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8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818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Purpose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7">
            <a:alphaModFix/>
          </a:blip>
          <a:srcRect b="1680" l="643" r="41348" t="1194"/>
          <a:stretch/>
        </p:blipFill>
        <p:spPr>
          <a:xfrm>
            <a:off x="6375975" y="1793013"/>
            <a:ext cx="4687848" cy="44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2524125" y="27051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Frontend: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Built with semantic HTML, modern CSS, and vanilla JavaScript.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524125" y="32004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Backend: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Developed using the Flask framework and Python.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2524125" y="36957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AI Integration: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An AI model running on the backend for symptom assistance.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524125" y="41910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Version Control: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Project tracked rigorously in Git.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524125" y="46863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Hosting: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Source code hosted on GitHub with URL shared at start.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574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252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748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243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738687"/>
            <a:ext cx="1809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Original Project Requirements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285875" y="25908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Architecture: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Single-page web app (SPA) feel with persistent sidebar navigation.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285875" y="33909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Key Sections: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Dashboard, Pets, Medical History, Vaccinations, Weight, Appointments, Owner Info, AI Assistant.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85875" y="44958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UX Focus: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Optimized for fast data entry, quick search capability, and a clean card-based layout.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432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81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Overview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5688" y="1838087"/>
            <a:ext cx="5610874" cy="42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022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Summary Cards: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Instantly view total pets, upcoming appointments, and vaccines due.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Data Visualization: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Pet Type Distribution chart visualizes species breakdown.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Prioritization: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Helps veterinary staff prioritize daily workload efficiently.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56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957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&amp; Analytics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8">
            <a:alphaModFix/>
          </a:blip>
          <a:srcRect b="1992" l="1147" r="774" t="11397"/>
          <a:stretch/>
        </p:blipFill>
        <p:spPr>
          <a:xfrm>
            <a:off x="6036485" y="1800225"/>
            <a:ext cx="5768741" cy="428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Pet Management: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Add, edit, or delete pets including name, age, type, owner, and photo.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Owner Registry: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Maintains ID, name, phone, address, and email for all clients.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Quick Association: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Rapid owner search functionality to link pets during intake.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Pet &amp; Owner Management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7200" y="1958875"/>
            <a:ext cx="5473300" cy="39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Visit Details: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Comprehensive logging of visit dates, diagnoses, treatments, and clinical notes.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Attachments: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Support for attaching files or imaging results to records.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History: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Fully searchable medical history per pet with edit/delete capabilities.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Medical Records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0300" y="1873613"/>
            <a:ext cx="5420199" cy="41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Vaccines: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Track administration dates and next due dates with automated dashboard reminders.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Weight Tracking: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Visual line charts track pet weight trends over time.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Scheduling: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Manage appointments with date, time, reason, and assigned vet.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Vaccines, Weight, &amp; Appointments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6326" y="1904290"/>
            <a:ext cx="543417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Interaction: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Users input species, age, and observed symptoms.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Processing: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Backend LLM analyzes inputs to suggest likely conditions and care.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Safety: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Identifies red flags and includes strict educational disclaimers.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Symptom Assistant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24950" y="1943525"/>
            <a:ext cx="5795374" cy="389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1285875" y="27432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REST API: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Flask-based endpoints for pets, owners, medical, vaccines, and appointments.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285875" y="35433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Persistence: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Server-side data storage using SQLite with JSON backup mechanisms.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285875" y="43434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Communication: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Frontend interacts asynchronously via standard JS `fetch` calls.</a:t>
            </a:r>
            <a:endParaRPr/>
          </a:p>
        </p:txBody>
      </p:sp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8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Architecture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7">
            <a:alphaModFix/>
          </a:blip>
          <a:srcRect b="15858" l="0" r="0" t="15161"/>
          <a:stretch/>
        </p:blipFill>
        <p:spPr>
          <a:xfrm>
            <a:off x="5954200" y="2486725"/>
            <a:ext cx="5932750" cy="272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2524125" y="27051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Frontend Core: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HTML5, CSS3, JavaScript (ES6+).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524125" y="32004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Visualization: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Chart.js used for dashboard metrics and weight tracking.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524125" y="36957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Backend Logic: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Python 3.x with Flask microframework.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524125" y="41910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AI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Integrated Python model files for symptom analysis.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2524125" y="4686300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DevOps: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Version control via Git and repository hosting on GitHub.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574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2527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748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2433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7386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 Stack &amp; Libraries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1309713" y="2355300"/>
            <a:ext cx="452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Repository: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https://github.com/Dogaomruuzun/Pet_Management_System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1285875" y="323850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How to Run: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Start Flask server, then open local frontend URL.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1285875" y="403860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Future Roadmap: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Role-based access control, advanced analytics, mobile-first UI overhaul, and push notifications.</a:t>
            </a:r>
            <a:endParaRPr/>
          </a:p>
        </p:txBody>
      </p:sp>
      <p:pic>
        <p:nvPicPr>
          <p:cNvPr descr="image.png"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1650"/>
            <a:ext cx="1809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098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GitHub, Demo, &amp; Next Steps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0275" y="2054375"/>
            <a:ext cx="5851400" cy="37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